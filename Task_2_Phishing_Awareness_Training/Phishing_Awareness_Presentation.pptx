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F9B32-EBB8-4CEF-8F03-2AC446D5F9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89E59-B9EF-4F9D-BE15-867DF45F9C4C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  <a:latin typeface="Copperplate Gothic Light" panose="020E0507020206020404" pitchFamily="34" charset="0"/>
              </a:rPr>
              <a:t> </a:t>
            </a: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latin typeface="Copperplate Gothic Light" panose="020E0507020206020404" pitchFamily="34" charset="0"/>
              </a:rPr>
              <a:t>Phishing Awareness Program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>
                <a:latin typeface="Constantia" panose="02030602050306030303" pitchFamily="18" charset="0"/>
              </a:rPr>
              <a:t> </a:t>
            </a:r>
            <a:r>
              <a:rPr lang="en-US" altLang="en-US" sz="4000" dirty="0">
                <a:latin typeface="Constantia" panose="02030602050306030303" pitchFamily="18" charset="0"/>
              </a:rPr>
              <a:t>Siddhi Chaudhari</a:t>
            </a:r>
            <a:endParaRPr lang="en-US" altLang="en-US" sz="4000" dirty="0">
              <a:latin typeface="Constantia" panose="02030602050306030303" pitchFamily="18" charset="0"/>
            </a:endParaRPr>
          </a:p>
          <a:p>
            <a:r>
              <a:rPr lang="en-US" altLang="en-US" sz="4000" dirty="0">
                <a:latin typeface="Constantia" panose="02030602050306030303" pitchFamily="18" charset="0"/>
              </a:rPr>
              <a:t>Cyber Security Internship Task 2</a:t>
            </a:r>
            <a:endParaRPr lang="en-US" altLang="en-US" sz="4000" dirty="0">
              <a:latin typeface="Constantia" panose="02030602050306030303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Introduction to Phishing</a:t>
            </a:r>
            <a:endParaRPr lang="en-IN" sz="4000" dirty="0">
              <a:solidFill>
                <a:schemeClr val="accent2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710" y="1690688"/>
            <a:ext cx="10515600" cy="43513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n-US" dirty="0"/>
              <a:t>Phishing is a type of cyber attack where attackers use fake emails, messages, or websites to trick users into revealing sensitive information.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The main goal of phishing attacks is to steal: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• Usernames and passwords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• Banking information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• Personal data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• Login credentials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Phishing attacks use social engineering techniques to manipulate users into taking unsafe actions.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Conclusion:</a:t>
            </a:r>
            <a:br>
              <a:rPr lang="en-IN" dirty="0">
                <a:solidFill>
                  <a:srgbClr val="FFD85D"/>
                </a:solidFill>
              </a:rPr>
            </a:br>
            <a:r>
              <a:rPr lang="en-IN" b="1" dirty="0"/>
              <a:t>Always verify the sender and avoid clicking suspicious links.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4857" y="304800"/>
            <a:ext cx="10781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Common Phishing Techniques</a:t>
            </a:r>
            <a:endParaRPr lang="en-IN" sz="2800" dirty="0">
              <a:solidFill>
                <a:schemeClr val="accent2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0776" y="1176589"/>
            <a:ext cx="787563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Email Phishing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Fake emails from trusted organizations.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to steal login credentials and personal information. </a:t>
            </a:r>
            <a:endParaRPr lang="en-IN" dirty="0"/>
          </a:p>
          <a:p>
            <a:pPr>
              <a:buNone/>
            </a:pPr>
            <a:r>
              <a:rPr lang="en-IN" b="1" dirty="0"/>
              <a:t>Spear Phishing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Targeted attacks on specific individuals.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personal details to appear trustworthy. </a:t>
            </a: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Smishing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Phishing through SMS or text messages.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Often contains malicious links. </a:t>
            </a: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Vishing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Phishing through phone calls.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Attackers impersonate trusted officials. </a:t>
            </a: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Fake Websites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Websites that mimic legitimate platforms.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to collect usernames, passwords, and payment details. </a:t>
            </a: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Conclusion:</a:t>
            </a:r>
            <a:br>
              <a:rPr lang="en-IN" dirty="0"/>
            </a:br>
            <a:r>
              <a:rPr lang="en-IN" i="1" dirty="0"/>
              <a:t>Being aware of these phishing techniques helps users stay safe from cyber threats.</a:t>
            </a:r>
            <a:endParaRPr lang="en-IN" dirty="0"/>
          </a:p>
          <a:p>
            <a:pPr>
              <a:buNone/>
            </a:pPr>
            <a:r>
              <a:rPr lang="en-IN" dirty="0"/>
              <a:t>This should fit neatly on one slide and look professional.</a:t>
            </a:r>
            <a:r>
              <a:rPr lang="en-IN" b="1" dirty="0"/>
              <a:t> 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483" y="32446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Warning Signs of a Phishing Attack</a:t>
            </a:r>
            <a:endParaRPr lang="en-IN" sz="2400" dirty="0">
              <a:solidFill>
                <a:schemeClr val="accent2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1277" y="1147445"/>
            <a:ext cx="60960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Suspicious Sender Address</a:t>
            </a:r>
            <a:endParaRPr lang="en-IN" sz="20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 address does not match the official organization.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May contain unusual characters or misspellings. </a:t>
            </a: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Urgent or Threatening Messages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Creates pressure to act immediately.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fear to trick users into responding. </a:t>
            </a: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Suspicious Links and Attachments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Links may redirect to fake websites.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Attachments can contain malware or viruses. </a:t>
            </a: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Requests for Sensitive Information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Asks for passwords, OTPs, banking details, or personal data. 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Legitimate organizations rarely request such information via email. </a:t>
            </a: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b="1" dirty="0"/>
              <a:t>Phishing attacks are one of the most common cyber threats. By recognizing warning signs and following safe online practices, users can protect themselves from fraud and data theft.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819" y="297115"/>
            <a:ext cx="90260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Prevention and Safety Measures</a:t>
            </a:r>
            <a:endParaRPr lang="en-IN" sz="2400" dirty="0">
              <a:solidFill>
                <a:schemeClr val="accent2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135" y="1166842"/>
            <a:ext cx="72267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Verify Sender Information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 the sender's email address before responding. </a:t>
            </a:r>
            <a:endParaRPr lang="en-IN" dirty="0"/>
          </a:p>
          <a:p>
            <a:pPr>
              <a:buNone/>
            </a:pPr>
            <a:r>
              <a:rPr lang="en-IN" b="1" dirty="0"/>
              <a:t>Avoid Suspicious Links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 not click unknown links or download unexpected attachments. </a:t>
            </a:r>
            <a:endParaRPr lang="en-IN" dirty="0"/>
          </a:p>
          <a:p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Use Strong Passwords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unique and strong passwords for all accounts. </a:t>
            </a:r>
            <a:endParaRPr lang="en-IN" dirty="0"/>
          </a:p>
          <a:p>
            <a:pPr>
              <a:buNone/>
            </a:pPr>
            <a:r>
              <a:rPr lang="en-IN" b="1" dirty="0"/>
              <a:t>Enable Two-Factor Authentication (2FA)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Adds an extra layer of security to your accounts. </a:t>
            </a:r>
            <a:endParaRPr lang="en-IN" dirty="0"/>
          </a:p>
          <a:p>
            <a:pPr>
              <a:buNone/>
            </a:pPr>
            <a:r>
              <a:rPr lang="en-IN" b="1" dirty="0"/>
              <a:t>Keep Software Updated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Regular updates help protect against security vulnerabilities. </a:t>
            </a:r>
            <a:endParaRPr lang="en-IN" dirty="0"/>
          </a:p>
          <a:p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b="1" dirty="0"/>
              <a:t>Awareness and safe online practices are the best </a:t>
            </a:r>
            <a:r>
              <a:rPr lang="en-IN" b="1" dirty="0" err="1"/>
              <a:t>defenses</a:t>
            </a:r>
            <a:r>
              <a:rPr lang="en-IN" b="1" dirty="0"/>
              <a:t> against phishing attacks.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3626" y="385604"/>
            <a:ext cx="874087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Quiz &amp; Conclusion</a:t>
            </a:r>
            <a:endParaRPr lang="en-IN" sz="2400" dirty="0">
              <a:solidFill>
                <a:schemeClr val="accent2">
                  <a:lumMod val="60000"/>
                  <a:lumOff val="4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3626" y="747752"/>
            <a:ext cx="877037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Quiz</a:t>
            </a:r>
            <a:endParaRPr lang="en-IN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  <a:p>
            <a:r>
              <a:rPr lang="en-IN" dirty="0"/>
              <a:t>1. What is phishing?</a:t>
            </a:r>
            <a:endParaRPr lang="en-IN" dirty="0"/>
          </a:p>
          <a:p>
            <a:r>
              <a:rPr lang="en-IN" dirty="0"/>
              <a:t>a) A cyber attack</a:t>
            </a:r>
            <a:endParaRPr lang="en-IN" dirty="0"/>
          </a:p>
          <a:p>
            <a:r>
              <a:rPr lang="en-IN" dirty="0"/>
              <a:t>b) A game</a:t>
            </a:r>
            <a:endParaRPr lang="en-IN" dirty="0"/>
          </a:p>
          <a:p>
            <a:endParaRPr lang="en-IN" dirty="0"/>
          </a:p>
          <a:p>
            <a:r>
              <a:rPr lang="en-IN" dirty="0"/>
              <a:t>Answer: a) A cyber attack</a:t>
            </a:r>
            <a:endParaRPr lang="en-IN" dirty="0"/>
          </a:p>
          <a:p>
            <a:endParaRPr lang="en-IN" dirty="0"/>
          </a:p>
          <a:p>
            <a:r>
              <a:rPr lang="en-IN" dirty="0"/>
              <a:t>2. Should you click unknown links in emails?</a:t>
            </a:r>
            <a:endParaRPr lang="en-IN" dirty="0"/>
          </a:p>
          <a:p>
            <a:r>
              <a:rPr lang="en-IN" dirty="0"/>
              <a:t>a) Yes</a:t>
            </a:r>
            <a:endParaRPr lang="en-IN" dirty="0"/>
          </a:p>
          <a:p>
            <a:r>
              <a:rPr lang="en-IN" dirty="0"/>
              <a:t>b) No</a:t>
            </a:r>
            <a:endParaRPr lang="en-IN" dirty="0"/>
          </a:p>
          <a:p>
            <a:endParaRPr lang="en-IN" dirty="0"/>
          </a:p>
          <a:p>
            <a:r>
              <a:rPr lang="en-IN" dirty="0"/>
              <a:t>Answer: b) No</a:t>
            </a:r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  <a:p>
            <a:r>
              <a:rPr lang="en-IN" dirty="0"/>
              <a:t>Phishing attacks are a major cyber security threat.</a:t>
            </a:r>
            <a:endParaRPr lang="en-IN" dirty="0"/>
          </a:p>
          <a:p>
            <a:r>
              <a:rPr lang="en-IN" dirty="0"/>
              <a:t>By staying alert and following safe online practices,</a:t>
            </a:r>
            <a:endParaRPr lang="en-IN" dirty="0"/>
          </a:p>
          <a:p>
            <a:r>
              <a:rPr lang="en-IN" dirty="0"/>
              <a:t>users can protect themselves from scams and data theft.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2801</Words>
  <Application>WPS Presentation</Application>
  <PresentationFormat>Widescreen</PresentationFormat>
  <Paragraphs>97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Copperplate Gothic Light</vt:lpstr>
      <vt:lpstr>Constantia</vt:lpstr>
      <vt:lpstr>Algerian</vt:lpstr>
      <vt:lpstr>Calibri Light</vt:lpstr>
      <vt:lpstr>Calibri</vt:lpstr>
      <vt:lpstr>Microsoft YaHei</vt:lpstr>
      <vt:lpstr>Arial Unicode MS</vt:lpstr>
      <vt:lpstr>Office Theme</vt:lpstr>
      <vt:lpstr> Phishing Awareness Program </vt:lpstr>
      <vt:lpstr>Introduction to Phishing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Siddhi chaudhari</dc:creator>
  <cp:lastModifiedBy>Siddhi</cp:lastModifiedBy>
  <cp:revision>6</cp:revision>
  <dcterms:created xsi:type="dcterms:W3CDTF">2026-07-27T15:46:00Z</dcterms:created>
  <dcterms:modified xsi:type="dcterms:W3CDTF">2026-07-29T07:03:41Z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ADE60E981E7F46888E42223E18813DFA_13</vt:lpwstr>
  </property>
</Properties>
</file>